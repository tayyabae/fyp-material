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C5BD-0F43-46D9-A2DA-A75BABDA596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A45-0550-4236-9154-E6BF4DB38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6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C5BD-0F43-46D9-A2DA-A75BABDA596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A45-0550-4236-9154-E6BF4DB38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3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C5BD-0F43-46D9-A2DA-A75BABDA596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A45-0550-4236-9154-E6BF4DB38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59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C5BD-0F43-46D9-A2DA-A75BABDA596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A45-0550-4236-9154-E6BF4DB38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48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C5BD-0F43-46D9-A2DA-A75BABDA596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A45-0550-4236-9154-E6BF4DB38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63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C5BD-0F43-46D9-A2DA-A75BABDA596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A45-0550-4236-9154-E6BF4DB38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3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C5BD-0F43-46D9-A2DA-A75BABDA596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A45-0550-4236-9154-E6BF4DB38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84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C5BD-0F43-46D9-A2DA-A75BABDA596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A45-0550-4236-9154-E6BF4DB38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467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C5BD-0F43-46D9-A2DA-A75BABDA596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A45-0550-4236-9154-E6BF4DB38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04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C5BD-0F43-46D9-A2DA-A75BABDA596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A45-0550-4236-9154-E6BF4DB38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25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C5BD-0F43-46D9-A2DA-A75BABDA596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A45-0550-4236-9154-E6BF4DB38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89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9C5BD-0F43-46D9-A2DA-A75BABDA596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48A45-0550-4236-9154-E6BF4DB38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260" y="394811"/>
            <a:ext cx="8823922" cy="615260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Recipe Fusion – Recipe Generation &amp; Recommendation System </a:t>
            </a:r>
          </a:p>
          <a:p>
            <a:pPr algn="l"/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Tayyaba Ejaz(2751)</a:t>
            </a:r>
          </a:p>
          <a:p>
            <a:pPr indent="2349500" algn="l">
              <a:tabLst>
                <a:tab pos="2400300" algn="l"/>
              </a:tabLst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Laiba Hassan(2769)</a:t>
            </a:r>
          </a:p>
          <a:p>
            <a:pPr algn="l"/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 Sadia Ashraf</a:t>
            </a:r>
          </a:p>
          <a:p>
            <a:pPr algn="l"/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Industrial/In House: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House FYP</a:t>
            </a:r>
          </a:p>
          <a:p>
            <a:pPr algn="l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Goals: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Hunger(SDG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</a:p>
          <a:p>
            <a:pPr indent="1600200" algn="l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Good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&amp; Well-Being(SDG 3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indent="1600200" algn="l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&amp; Production(SDG 12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2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recipe recommendation platform that helps users cook delicious, personalized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meals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ingredients they already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have. Built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MERN stack (MongoDB, Express, React, Node.js), the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intelligently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your available ingredients and dietary preferences -  whether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vegan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gluten-free, or whole food plant-based—to curated recipes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It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food waste, promotes healthier eating habits, and saves time in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meal planning.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85972" y="232954"/>
            <a:ext cx="2368730" cy="63398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02729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126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tayyabaa</dc:creator>
  <cp:lastModifiedBy>tayyabaa</cp:lastModifiedBy>
  <cp:revision>2</cp:revision>
  <dcterms:created xsi:type="dcterms:W3CDTF">2026-03-09T18:29:46Z</dcterms:created>
  <dcterms:modified xsi:type="dcterms:W3CDTF">2026-03-09T18:32:11Z</dcterms:modified>
</cp:coreProperties>
</file>