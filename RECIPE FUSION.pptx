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2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3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1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0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9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1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4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7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1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BF5E7-92D6-4947-9EE4-6C0797C183C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A01BF-7443-42B1-B8D1-8A13739B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5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788" y="378824"/>
            <a:ext cx="10894423" cy="1254034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RECIPE FUSION: RECIPE GENERATION &amp; RECOMMENDATION SYSTEM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883701"/>
              </p:ext>
            </p:extLst>
          </p:nvPr>
        </p:nvGraphicFramePr>
        <p:xfrm>
          <a:off x="2006599" y="1992568"/>
          <a:ext cx="8128000" cy="4211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26261">
                  <a:extLst>
                    <a:ext uri="{9D8B030D-6E8A-4147-A177-3AD203B41FA5}">
                      <a16:colId xmlns:a16="http://schemas.microsoft.com/office/drawing/2014/main" val="102568007"/>
                    </a:ext>
                  </a:extLst>
                </a:gridCol>
                <a:gridCol w="6301739">
                  <a:extLst>
                    <a:ext uri="{9D8B030D-6E8A-4147-A177-3AD203B41FA5}">
                      <a16:colId xmlns:a16="http://schemas.microsoft.com/office/drawing/2014/main" val="263987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Tayyaba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Ejaz (2751)</a:t>
                      </a: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Laiba Hassan (2769)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1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Sadia Ashraf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Goals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Hunger(SDG 2)</a:t>
                      </a: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Health &amp; Well-Being(SDG 3)</a:t>
                      </a: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Responsible Consumption &amp; Production(SDG 12)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smart recipe recommendation platform that helps users cook delicious, personalized meals using ingredients they already have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on the MERN stack (MongoDB, Express, React, Node.js), the platform intelligently matches your available ingredients and dietary preferences—whether vegan, gluten-free, or whole food plant-based—to curated recipes.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reduces food waste, promotes healthier eating habits, and saves time in meal planning.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847628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3823789" y="1992568"/>
            <a:ext cx="13062" cy="4211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268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788" y="378824"/>
            <a:ext cx="10894423" cy="1254034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RECIPE FUSION: RECIPE GENERATION &amp; RECOMMENDATION SYSTEM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901337" y="1920239"/>
            <a:ext cx="10398034" cy="457200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Tayyaba Ejaz (2751)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Laiba Hassan (2769)</a:t>
            </a:r>
          </a:p>
          <a:p>
            <a:pPr algn="l"/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Dr. Sadia Ashraf</a:t>
            </a:r>
          </a:p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Hunger(SDG 2)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Good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Well-Being(SDG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Responsible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&amp; Production(SDG 12)</a:t>
            </a:r>
          </a:p>
          <a:p>
            <a:pPr algn="l">
              <a:lnSpc>
                <a:spcPct val="12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recipe recommendation platform that helps users cook delicious,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	      meals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ingredients they already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</a:p>
          <a:p>
            <a:pPr algn="l">
              <a:lnSpc>
                <a:spcPct val="12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Built on the MERN stack (MongoDB, Express, React, Node.js), the platform 	           	      intelligently matches your available ingredients and dietary preferences -  whether 		      vegan, gluten-free, or whole food plant-based—to curated recipes.</a:t>
            </a:r>
          </a:p>
          <a:p>
            <a:pPr algn="l">
              <a:lnSpc>
                <a:spcPct val="12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      It reduces food waste, promotes healthier eating habits, and saves time in meal   	  	      planning.</a:t>
            </a:r>
          </a:p>
        </p:txBody>
      </p:sp>
    </p:spTree>
    <p:extLst>
      <p:ext uri="{BB962C8B-B14F-4D97-AF65-F5344CB8AC3E}">
        <p14:creationId xmlns:p14="http://schemas.microsoft.com/office/powerpoint/2010/main" val="872827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258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RECIPE FUSION: RECIPE GENERATION &amp; RECOMMENDATION SYSTEM</vt:lpstr>
      <vt:lpstr>RECIPE FUSION: RECIPE GENERATION &amp; RECOMMENDATION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kgggffdcccccccccccccccccccccccccccccccccccccccccccccccccccccccccccccccccccccccccccccccccccccccccccccccccccccccc</dc:title>
  <dc:creator>tayyabaa</dc:creator>
  <cp:lastModifiedBy>tayyabaa</cp:lastModifiedBy>
  <cp:revision>9</cp:revision>
  <dcterms:created xsi:type="dcterms:W3CDTF">2026-03-08T14:55:08Z</dcterms:created>
  <dcterms:modified xsi:type="dcterms:W3CDTF">2026-03-08T15:37:08Z</dcterms:modified>
</cp:coreProperties>
</file>